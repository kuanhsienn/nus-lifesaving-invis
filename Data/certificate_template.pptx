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Bebas Neue Bold" panose="020B0604020202020204" charset="0"/>
      <p:regular r:id="rId3"/>
    </p:embeddedFont>
    <p:embeddedFont>
      <p:font typeface="Montserrat Classic Bold" panose="020B0604020202020204" charset="0"/>
      <p:regular r:id="rId4"/>
    </p:embeddedFont>
    <p:embeddedFont>
      <p:font typeface="Montserrat Light" panose="00000400000000000000" pitchFamily="2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3B23B-41A3-4EB3-B681-A09EBD88AD88}" v="1" dt="2026-01-14T08:19:51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10" d="100"/>
          <a:sy n="110" d="100"/>
        </p:scale>
        <p:origin x="14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font" Target="fonts/font3.fntdata"/><Relationship Id="rId10" Type="http://schemas.microsoft.com/office/2016/11/relationships/changesInfo" Target="changesInfos/changesInfo1.xml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an Hsien Liang" userId="e2a2721607d3dd1b" providerId="LiveId" clId="{7F3A6913-8E4B-40E3-A935-20B78C69AD52}"/>
    <pc:docChg chg="undo custSel modSld">
      <pc:chgData name="Kuan Hsien Liang" userId="e2a2721607d3dd1b" providerId="LiveId" clId="{7F3A6913-8E4B-40E3-A935-20B78C69AD52}" dt="2026-01-14T08:20:29.411" v="14" actId="1076"/>
      <pc:docMkLst>
        <pc:docMk/>
      </pc:docMkLst>
      <pc:sldChg chg="addSp delSp modSp mod">
        <pc:chgData name="Kuan Hsien Liang" userId="e2a2721607d3dd1b" providerId="LiveId" clId="{7F3A6913-8E4B-40E3-A935-20B78C69AD52}" dt="2026-01-14T08:20:29.411" v="14" actId="1076"/>
        <pc:sldMkLst>
          <pc:docMk/>
          <pc:sldMk cId="0" sldId="256"/>
        </pc:sldMkLst>
        <pc:spChg chg="mod">
          <ac:chgData name="Kuan Hsien Liang" userId="e2a2721607d3dd1b" providerId="LiveId" clId="{7F3A6913-8E4B-40E3-A935-20B78C69AD52}" dt="2026-01-14T08:20:29.411" v="14" actId="1076"/>
          <ac:spMkLst>
            <pc:docMk/>
            <pc:sldMk cId="0" sldId="256"/>
            <ac:spMk id="3" creationId="{00000000-0000-0000-0000-000000000000}"/>
          </ac:spMkLst>
        </pc:spChg>
        <pc:spChg chg="add del mod topLvl">
          <ac:chgData name="Kuan Hsien Liang" userId="e2a2721607d3dd1b" providerId="LiveId" clId="{7F3A6913-8E4B-40E3-A935-20B78C69AD52}" dt="2026-01-14T08:19:50.573" v="2" actId="478"/>
          <ac:spMkLst>
            <pc:docMk/>
            <pc:sldMk cId="0" sldId="256"/>
            <ac:spMk id="5" creationId="{00000000-0000-0000-0000-000000000000}"/>
          </ac:spMkLst>
        </pc:spChg>
        <pc:spChg chg="mod topLvl">
          <ac:chgData name="Kuan Hsien Liang" userId="e2a2721607d3dd1b" providerId="LiveId" clId="{7F3A6913-8E4B-40E3-A935-20B78C69AD52}" dt="2026-01-14T08:20:20.228" v="10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Kuan Hsien Liang" userId="e2a2721607d3dd1b" providerId="LiveId" clId="{7F3A6913-8E4B-40E3-A935-20B78C69AD52}" dt="2026-01-14T08:20:23.552" v="11" actId="1076"/>
          <ac:spMkLst>
            <pc:docMk/>
            <pc:sldMk cId="0" sldId="256"/>
            <ac:spMk id="13" creationId="{936500F9-BFAF-647A-B032-99F1F7DEF0D3}"/>
          </ac:spMkLst>
        </pc:spChg>
        <pc:grpChg chg="add del">
          <ac:chgData name="Kuan Hsien Liang" userId="e2a2721607d3dd1b" providerId="LiveId" clId="{7F3A6913-8E4B-40E3-A935-20B78C69AD52}" dt="2026-01-14T08:19:50.573" v="2" actId="478"/>
          <ac:grpSpMkLst>
            <pc:docMk/>
            <pc:sldMk cId="0" sldId="256"/>
            <ac:grpSpMk id="4" creationId="{00000000-0000-0000-0000-000000000000}"/>
          </ac:grpSpMkLst>
        </pc:grpChg>
        <pc:picChg chg="add mod">
          <ac:chgData name="Kuan Hsien Liang" userId="e2a2721607d3dd1b" providerId="LiveId" clId="{7F3A6913-8E4B-40E3-A935-20B78C69AD52}" dt="2026-01-14T08:20:14.287" v="9" actId="1076"/>
          <ac:picMkLst>
            <pc:docMk/>
            <pc:sldMk cId="0" sldId="256"/>
            <ac:picMk id="8" creationId="{E469936A-B21C-631B-3BBA-8E866200256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B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84" y="-431742"/>
            <a:ext cx="10661832" cy="8423485"/>
          </a:xfrm>
          <a:custGeom>
            <a:avLst/>
            <a:gdLst/>
            <a:ahLst/>
            <a:cxnLst/>
            <a:rect l="l" t="t" r="r" b="b"/>
            <a:pathLst>
              <a:path w="10661832" h="8423485">
                <a:moveTo>
                  <a:pt x="0" y="0"/>
                </a:moveTo>
                <a:lnTo>
                  <a:pt x="10661832" y="0"/>
                </a:lnTo>
                <a:lnTo>
                  <a:pt x="10661832" y="8423484"/>
                </a:lnTo>
                <a:lnTo>
                  <a:pt x="0" y="8423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31437" r="-9017"/>
            </a:stretch>
          </a:blipFill>
        </p:spPr>
        <p:txBody>
          <a:bodyPr/>
          <a:lstStyle/>
          <a:p>
            <a:endParaRPr lang="en-SG"/>
          </a:p>
        </p:txBody>
      </p:sp>
      <p:sp>
        <p:nvSpPr>
          <p:cNvPr id="3" name="AutoShape 3"/>
          <p:cNvSpPr/>
          <p:nvPr/>
        </p:nvSpPr>
        <p:spPr>
          <a:xfrm>
            <a:off x="1080808" y="628307"/>
            <a:ext cx="8519012" cy="6299885"/>
          </a:xfrm>
          <a:prstGeom prst="rect">
            <a:avLst/>
          </a:prstGeom>
          <a:solidFill>
            <a:srgbClr val="FFFFFF">
              <a:alpha val="89804"/>
            </a:srgbClr>
          </a:solidFill>
        </p:spPr>
        <p:txBody>
          <a:bodyPr/>
          <a:lstStyle/>
          <a:p>
            <a:endParaRPr lang="en-SG"/>
          </a:p>
        </p:txBody>
      </p:sp>
      <p:sp>
        <p:nvSpPr>
          <p:cNvPr id="6" name="TextBox 6"/>
          <p:cNvSpPr txBox="1"/>
          <p:nvPr/>
        </p:nvSpPr>
        <p:spPr>
          <a:xfrm>
            <a:off x="2456108" y="1760920"/>
            <a:ext cx="5781174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1"/>
              </a:lnSpc>
            </a:pPr>
            <a:r>
              <a:rPr lang="en-US" sz="2723" b="1" spc="160" dirty="0">
                <a:solidFill>
                  <a:srgbClr val="378DE6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CERTIFICATE OF APPRECIATION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057832" y="5775846"/>
            <a:ext cx="2576335" cy="688016"/>
            <a:chOff x="0" y="0"/>
            <a:chExt cx="3435114" cy="917355"/>
          </a:xfrm>
        </p:grpSpPr>
        <p:sp>
          <p:nvSpPr>
            <p:cNvPr id="16" name="TextBox 16"/>
            <p:cNvSpPr txBox="1"/>
            <p:nvPr/>
          </p:nvSpPr>
          <p:spPr>
            <a:xfrm>
              <a:off x="996" y="260692"/>
              <a:ext cx="3434118" cy="2759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38"/>
                </a:lnSpc>
              </a:pPr>
              <a:r>
                <a:rPr lang="en-US" sz="1361" b="1" spc="85" dirty="0">
                  <a:solidFill>
                    <a:srgbClr val="103B69"/>
                  </a:solidFill>
                  <a:latin typeface="Montserrat Classic Bold"/>
                  <a:ea typeface="Montserrat Classic Bold"/>
                  <a:cs typeface="Montserrat Classic Bold"/>
                  <a:sym typeface="Montserrat Classic Bold"/>
                </a:rPr>
                <a:t>LIANG KUAN HSIEN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25272" y="660618"/>
              <a:ext cx="2569408" cy="2567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04"/>
                </a:lnSpc>
              </a:pPr>
              <a:r>
                <a:rPr lang="en-US" sz="1167" spc="53" dirty="0">
                  <a:solidFill>
                    <a:srgbClr val="103B6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President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3419953" cy="61765"/>
            </a:xfrm>
            <a:custGeom>
              <a:avLst/>
              <a:gdLst/>
              <a:ahLst/>
              <a:cxnLst/>
              <a:rect l="l" t="t" r="r" b="b"/>
              <a:pathLst>
                <a:path w="3419952" h="61765">
                  <a:moveTo>
                    <a:pt x="0" y="0"/>
                  </a:moveTo>
                  <a:lnTo>
                    <a:pt x="3419952" y="0"/>
                  </a:lnTo>
                  <a:lnTo>
                    <a:pt x="3419952" y="61765"/>
                  </a:lnTo>
                  <a:lnTo>
                    <a:pt x="0" y="61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2738532" b="-2698532"/>
              </a:stretch>
            </a:blipFill>
          </p:spPr>
          <p:txBody>
            <a:bodyPr/>
            <a:lstStyle/>
            <a:p>
              <a:endParaRPr lang="en-SG"/>
            </a:p>
          </p:txBody>
        </p:sp>
      </p:grpSp>
      <p:pic>
        <p:nvPicPr>
          <p:cNvPr id="22" name="Picture 21" descr="A black signature on a black background&#10;&#10;AI-generated content may be incorrect.">
            <a:extLst>
              <a:ext uri="{FF2B5EF4-FFF2-40B4-BE49-F238E27FC236}">
                <a16:creationId xmlns:a16="http://schemas.microsoft.com/office/drawing/2014/main" id="{64A7CC6A-EE9B-5619-9D0C-F8BA1EB63DE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998" y="4846444"/>
            <a:ext cx="1295400" cy="105032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A1E270-BB97-EA7B-492C-F41F80E81227}"/>
              </a:ext>
            </a:extLst>
          </p:cNvPr>
          <p:cNvSpPr txBox="1"/>
          <p:nvPr/>
        </p:nvSpPr>
        <p:spPr>
          <a:xfrm>
            <a:off x="1231895" y="2934984"/>
            <a:ext cx="8229600" cy="7487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53"/>
              </a:lnSpc>
            </a:pPr>
            <a:r>
              <a:rPr lang="en-US" sz="4800" b="1" spc="140" dirty="0">
                <a:solidFill>
                  <a:srgbClr val="378DE6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{{name}}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4D425AFD-61C0-DE0D-D0D6-872528BABFFE}"/>
              </a:ext>
            </a:extLst>
          </p:cNvPr>
          <p:cNvSpPr txBox="1"/>
          <p:nvPr/>
        </p:nvSpPr>
        <p:spPr>
          <a:xfrm>
            <a:off x="2859577" y="4148045"/>
            <a:ext cx="4974237" cy="587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1"/>
              </a:lnSpc>
            </a:pPr>
            <a:r>
              <a:rPr lang="en-US" sz="1556" spc="15" dirty="0">
                <a:solidFill>
                  <a:srgbClr val="103B6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Thank you for your invaluable contribution in the NUS Invitational Lifesaving Championship 2025  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936500F9-BFAF-647A-B032-99F1F7DEF0D3}"/>
              </a:ext>
            </a:extLst>
          </p:cNvPr>
          <p:cNvSpPr txBox="1"/>
          <p:nvPr/>
        </p:nvSpPr>
        <p:spPr>
          <a:xfrm>
            <a:off x="2667453" y="2368677"/>
            <a:ext cx="5358483" cy="29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1"/>
              </a:lnSpc>
            </a:pPr>
            <a:r>
              <a:rPr lang="en-US" sz="1750" spc="29" dirty="0">
                <a:solidFill>
                  <a:srgbClr val="103B69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69936A-B21C-631B-3BBA-8E86620025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378" y="699208"/>
            <a:ext cx="986643" cy="9866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24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Montserrat Light</vt:lpstr>
      <vt:lpstr>Montserrat Classic Bold</vt:lpstr>
      <vt:lpstr>Bebas Neue Bold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Water Photo Sport Certificate</dc:title>
  <dc:creator>Kuan Hsien Liang</dc:creator>
  <cp:lastModifiedBy>Kuan Hsien Liang</cp:lastModifiedBy>
  <cp:revision>2</cp:revision>
  <dcterms:created xsi:type="dcterms:W3CDTF">2006-08-16T00:00:00Z</dcterms:created>
  <dcterms:modified xsi:type="dcterms:W3CDTF">2026-01-14T08:20:31Z</dcterms:modified>
  <dc:identifier>DAGr_Kb7_zE</dc:identifier>
</cp:coreProperties>
</file>